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21.02.2017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JavaScript</a:t>
            </a:r>
            <a:r>
              <a:rPr lang="ru-RU" dirty="0" smtClean="0"/>
              <a:t>. Основы 2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Шесть типов </a:t>
            </a:r>
            <a:r>
              <a:rPr lang="ru-RU" b="1" dirty="0" smtClean="0"/>
              <a:t>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Число «</a:t>
            </a:r>
            <a:r>
              <a:rPr lang="en-US" b="1" dirty="0" smtClean="0"/>
              <a:t>number</a:t>
            </a:r>
            <a:r>
              <a:rPr lang="ru-RU" dirty="0" smtClean="0"/>
              <a:t>»</a:t>
            </a:r>
            <a:endParaRPr lang="en-US" dirty="0" smtClean="0"/>
          </a:p>
          <a:p>
            <a:r>
              <a:rPr lang="ru-RU" dirty="0" smtClean="0"/>
              <a:t>Строка «</a:t>
            </a:r>
            <a:r>
              <a:rPr lang="en-US" b="1" dirty="0" smtClean="0"/>
              <a:t>string</a:t>
            </a:r>
            <a:r>
              <a:rPr lang="ru-RU" dirty="0" smtClean="0"/>
              <a:t>»</a:t>
            </a:r>
            <a:endParaRPr lang="en-US" dirty="0" smtClean="0"/>
          </a:p>
          <a:p>
            <a:r>
              <a:rPr lang="ru-RU" dirty="0" err="1" smtClean="0"/>
              <a:t>Булевый</a:t>
            </a:r>
            <a:r>
              <a:rPr lang="ru-RU" dirty="0" smtClean="0"/>
              <a:t> (логический) тип «</a:t>
            </a:r>
            <a:r>
              <a:rPr lang="en-US" b="1" dirty="0" err="1" smtClean="0"/>
              <a:t>boolean</a:t>
            </a:r>
            <a:r>
              <a:rPr lang="ru-RU" dirty="0" smtClean="0"/>
              <a:t>»</a:t>
            </a:r>
            <a:endParaRPr lang="en-US" dirty="0" smtClean="0"/>
          </a:p>
          <a:p>
            <a:r>
              <a:rPr lang="ru-RU" dirty="0" smtClean="0"/>
              <a:t>Специальное значение «</a:t>
            </a:r>
            <a:r>
              <a:rPr lang="en-US" b="1" dirty="0" smtClean="0"/>
              <a:t>null</a:t>
            </a:r>
            <a:r>
              <a:rPr lang="ru-RU" dirty="0" smtClean="0"/>
              <a:t>»</a:t>
            </a:r>
          </a:p>
          <a:p>
            <a:r>
              <a:rPr lang="ru-RU" dirty="0" smtClean="0"/>
              <a:t>Специальное значение «</a:t>
            </a:r>
            <a:r>
              <a:rPr lang="en-US" b="1" dirty="0" smtClean="0"/>
              <a:t>undefined</a:t>
            </a:r>
            <a:r>
              <a:rPr lang="ru-RU" dirty="0" smtClean="0"/>
              <a:t>»</a:t>
            </a:r>
          </a:p>
          <a:p>
            <a:r>
              <a:rPr lang="ru-RU" dirty="0" smtClean="0"/>
              <a:t>Объекты «</a:t>
            </a:r>
            <a:r>
              <a:rPr lang="en-US" b="1" dirty="0" smtClean="0"/>
              <a:t>object</a:t>
            </a:r>
            <a:r>
              <a:rPr lang="ru-RU" dirty="0" smtClean="0"/>
              <a:t>»</a:t>
            </a:r>
          </a:p>
          <a:p>
            <a:pPr>
              <a:buNone/>
            </a:pPr>
            <a:r>
              <a:rPr lang="ru-RU" dirty="0" smtClean="0"/>
              <a:t>Оператор </a:t>
            </a:r>
            <a:r>
              <a:rPr lang="en-US" b="1" dirty="0" err="1" smtClean="0"/>
              <a:t>typeof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/>
          </a:p>
        </p:txBody>
      </p:sp>
      <p:pic>
        <p:nvPicPr>
          <p:cNvPr id="1026" name="Picture 2" descr="C:\Users\123\Desktop\семинар JS2\Screenshot_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00808"/>
            <a:ext cx="9778716" cy="369307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/>
          </a:p>
        </p:txBody>
      </p:sp>
      <p:pic>
        <p:nvPicPr>
          <p:cNvPr id="2051" name="Picture 3" descr="C:\Users\123\Desktop\семинар JS2\Screenshot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11124242" cy="29523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Boolean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074" name="Picture 2" descr="C:\Users\123\Desktop\семинар JS2\Screenshot_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7678738" cy="16097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 descr="C:\Users\123\Desktop\семинар JS2\Screenshot_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6088062" cy="21812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Undefined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 descr="C:\Users\123\Desktop\семинар JS2\Screenshot_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7335838" cy="4048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146" name="Picture 2" descr="C:\Users\123\Desktop\семинар JS2\Screenshot_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764588" cy="3190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typeof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2" name="Picture 4" descr="C:\Users\123\Desktop\семинар JS2\Screenshot_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1"/>
            <a:ext cx="8543322" cy="35283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Основные </a:t>
            </a:r>
            <a:r>
              <a:rPr lang="ru-RU" b="1" dirty="0" smtClean="0"/>
              <a:t>операторы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194" name="Picture 2" descr="C:\Users\123\Desktop\семинар JS2\Screenshot_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412776"/>
            <a:ext cx="7488832" cy="49884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приоритета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218" name="Picture 2" descr="C:\Users\123\Desktop\семинар JS2\Screenshot_1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8251774" cy="31683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Взятие остатка %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2" name="Picture 2" descr="C:\Users\123\Desktop\семинар JS2\Screenshot_1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72816"/>
            <a:ext cx="8402638" cy="17049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Операторы </a:t>
            </a:r>
            <a:r>
              <a:rPr lang="ru-RU" b="1" dirty="0" smtClean="0"/>
              <a:t>сравнения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266" name="Picture 2" descr="C:\Users\123\Desktop\семинар JS2\Screenshot_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6392863" cy="31146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Опертатор</a:t>
            </a:r>
            <a:r>
              <a:rPr lang="ru-RU" dirty="0" smtClean="0"/>
              <a:t> !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2290" name="Picture 2" descr="C:\Users\123\Desktop\семинар JS2\Screenshot_1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7507288" cy="4067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314" name="Picture 2" descr="C:\Users\123\Desktop\семинар JS2\Screenshot_1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1"/>
            <a:ext cx="8670031" cy="38884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If, else if, else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4338" name="Picture 2" descr="C:\Users\123\Desktop\семинар JS2\Screenshot_1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268760"/>
            <a:ext cx="8125182" cy="2304256"/>
          </a:xfrm>
          <a:prstGeom prst="rect">
            <a:avLst/>
          </a:prstGeom>
          <a:noFill/>
        </p:spPr>
      </p:pic>
      <p:pic>
        <p:nvPicPr>
          <p:cNvPr id="14339" name="Picture 3" descr="C:\Users\123\Desktop\семинар JS2\Screenshot_1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429000"/>
            <a:ext cx="8928992" cy="1493117"/>
          </a:xfrm>
          <a:prstGeom prst="rect">
            <a:avLst/>
          </a:prstGeom>
          <a:noFill/>
        </p:spPr>
      </p:pic>
      <p:pic>
        <p:nvPicPr>
          <p:cNvPr id="14340" name="Picture 4" descr="C:\Users\123\Desktop\семинар JS2\Screenshot_17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4653136"/>
            <a:ext cx="4067943" cy="189354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Оператор вопросительный знак (</a:t>
            </a:r>
            <a:r>
              <a:rPr lang="en-US" dirty="0" smtClean="0"/>
              <a:t>?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5362" name="Picture 2" descr="C:\Users\123\Desktop\семинар JS2\Screenshot_1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1"/>
            <a:ext cx="8064896" cy="35316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Логические операторы</a:t>
            </a:r>
            <a:br>
              <a:rPr lang="ru-RU" b="1" dirty="0" smtClean="0"/>
            </a:br>
            <a:r>
              <a:rPr lang="en-US" b="1" dirty="0" smtClean="0"/>
              <a:t>||(</a:t>
            </a:r>
            <a:r>
              <a:rPr lang="ru-RU" b="1" dirty="0" smtClean="0"/>
              <a:t>ИЛИ), </a:t>
            </a:r>
            <a:r>
              <a:rPr lang="en-US" b="1" dirty="0" smtClean="0"/>
              <a:t>&amp;&amp;(</a:t>
            </a:r>
            <a:r>
              <a:rPr lang="ru-RU" b="1" dirty="0" smtClean="0"/>
              <a:t>И)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6386" name="Picture 2" descr="C:\Users\123\Desktop\семинар JS2\Screenshot_1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7107238" cy="3000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72</Words>
  <Application>Microsoft Office PowerPoint</Application>
  <PresentationFormat>Экран (4:3)</PresentationFormat>
  <Paragraphs>25</Paragraphs>
  <Slides>18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Тема Office</vt:lpstr>
      <vt:lpstr>JavaScript. Основы 2</vt:lpstr>
      <vt:lpstr>Шесть типов данных</vt:lpstr>
      <vt:lpstr>Number</vt:lpstr>
      <vt:lpstr>String</vt:lpstr>
      <vt:lpstr>Boolean</vt:lpstr>
      <vt:lpstr>Null</vt:lpstr>
      <vt:lpstr>Undefined</vt:lpstr>
      <vt:lpstr>Object</vt:lpstr>
      <vt:lpstr>typeof</vt:lpstr>
      <vt:lpstr>Основные операторы</vt:lpstr>
      <vt:lpstr>Таблица приоритета</vt:lpstr>
      <vt:lpstr>Взятие остатка %</vt:lpstr>
      <vt:lpstr>Операторы сравнения</vt:lpstr>
      <vt:lpstr>Опертатор !</vt:lpstr>
      <vt:lpstr>if</vt:lpstr>
      <vt:lpstr>If, else if, else</vt:lpstr>
      <vt:lpstr>Оператор вопросительный знак (?)</vt:lpstr>
      <vt:lpstr>Логические операторы ||(ИЛИ), &amp;&amp;(И)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JavaScript. Основы 2</dc:title>
  <dc:creator>123 123</dc:creator>
  <cp:lastModifiedBy>menotoa@outlook.com</cp:lastModifiedBy>
  <cp:revision>10</cp:revision>
  <dcterms:created xsi:type="dcterms:W3CDTF">2017-02-20T15:49:18Z</dcterms:created>
  <dcterms:modified xsi:type="dcterms:W3CDTF">2017-02-21T21:02:27Z</dcterms:modified>
</cp:coreProperties>
</file>